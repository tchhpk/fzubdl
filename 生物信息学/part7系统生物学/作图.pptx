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1650365" y="1651635"/>
            <a:ext cx="6510020" cy="2948305"/>
            <a:chOff x="2599" y="2601"/>
            <a:chExt cx="10252" cy="464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721" y="2601"/>
              <a:ext cx="4130" cy="3699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9" y="2601"/>
              <a:ext cx="5402" cy="3467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9837" y="6664"/>
              <a:ext cx="25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二分网络</a:t>
              </a:r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437" y="6664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加权网络与等权网络</a:t>
              </a:r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590675" y="2743835"/>
            <a:ext cx="9203690" cy="2305050"/>
            <a:chOff x="2505" y="4321"/>
            <a:chExt cx="14494" cy="363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05" y="4321"/>
              <a:ext cx="4812" cy="3631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5" y="4806"/>
              <a:ext cx="9305" cy="2662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75" y="7048"/>
              <a:ext cx="2325" cy="420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WPS 演示</Application>
  <PresentationFormat>宽屏</PresentationFormat>
  <Paragraphs>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caijingxi</cp:lastModifiedBy>
  <cp:revision>164</cp:revision>
  <dcterms:created xsi:type="dcterms:W3CDTF">2026-08-20T04:42:01Z</dcterms:created>
  <dcterms:modified xsi:type="dcterms:W3CDTF">2026-08-20T04:42:01Z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6B9E501DE54D23AB8385866A1869545F_41</vt:lpwstr>
  </property>
</Properties>
</file>