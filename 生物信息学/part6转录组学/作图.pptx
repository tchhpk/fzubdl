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284730" y="2332355"/>
            <a:ext cx="7531100" cy="2382520"/>
            <a:chOff x="3598" y="3673"/>
            <a:chExt cx="11860" cy="375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98" y="3673"/>
              <a:ext cx="3891" cy="3752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42" y="3697"/>
              <a:ext cx="6916" cy="3728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445895" y="2085975"/>
            <a:ext cx="10206990" cy="2686050"/>
            <a:chOff x="2277" y="3285"/>
            <a:chExt cx="16074" cy="423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77" y="3285"/>
              <a:ext cx="5940" cy="423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7" y="3792"/>
              <a:ext cx="10134" cy="3723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503680" y="1793240"/>
            <a:ext cx="9701530" cy="3512820"/>
            <a:chOff x="2368" y="2824"/>
            <a:chExt cx="15278" cy="553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68" y="2824"/>
              <a:ext cx="5460" cy="426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" y="3134"/>
              <a:ext cx="8047" cy="3950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2759" y="7666"/>
              <a:ext cx="4679" cy="6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信使</a:t>
              </a:r>
              <a:r>
                <a:rPr lang="en-US" altLang="zh-CN"/>
                <a:t>RNA (Messenger RNA)</a:t>
              </a:r>
              <a:endParaRPr lang="en-US" altLang="zh-CN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641" y="7666"/>
              <a:ext cx="5061" cy="6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核糖体</a:t>
              </a:r>
              <a:r>
                <a:rPr lang="en-US" altLang="zh-CN"/>
                <a:t>RNA (Ribosomal RNA)</a:t>
              </a:r>
              <a:endParaRPr lang="en-US" altLang="zh-CN"/>
            </a:p>
          </p:txBody>
        </p:sp>
      </p:grp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1536065" y="2099945"/>
            <a:ext cx="7406640" cy="3353435"/>
            <a:chOff x="2419" y="3307"/>
            <a:chExt cx="11664" cy="528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64" y="3307"/>
              <a:ext cx="3900" cy="418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59" y="3547"/>
              <a:ext cx="5563" cy="394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7" y="7057"/>
              <a:ext cx="1275" cy="435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2419" y="8152"/>
              <a:ext cx="4391" cy="4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转运</a:t>
              </a:r>
              <a:r>
                <a:rPr lang="en-US" altLang="zh-CN"/>
                <a:t>RNA (Transfer RNA)</a:t>
              </a:r>
              <a:endParaRPr lang="en-US" altLang="zh-CN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259" y="8152"/>
              <a:ext cx="5824" cy="4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蛋白合成：</a:t>
              </a:r>
              <a:r>
                <a:rPr lang="en-US" altLang="zh-CN"/>
                <a:t>mRNA、rRNA、tRNA</a:t>
              </a:r>
              <a:endParaRPr lang="en-US" altLang="zh-CN"/>
            </a:p>
          </p:txBody>
        </p:sp>
      </p:grp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066165" y="2014220"/>
            <a:ext cx="10039985" cy="2828290"/>
            <a:chOff x="1679" y="3172"/>
            <a:chExt cx="15811" cy="445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79" y="3172"/>
              <a:ext cx="4830" cy="445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94" y="3992"/>
              <a:ext cx="9997" cy="330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199640" y="2057400"/>
            <a:ext cx="7066915" cy="2743200"/>
            <a:chOff x="3464" y="3240"/>
            <a:chExt cx="11129" cy="432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64" y="3240"/>
              <a:ext cx="4980" cy="432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39" y="3240"/>
              <a:ext cx="5254" cy="432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472690" y="1651635"/>
            <a:ext cx="8087995" cy="3431540"/>
            <a:chOff x="3894" y="2601"/>
            <a:chExt cx="12737" cy="540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94" y="2601"/>
              <a:ext cx="5085" cy="411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06" y="2601"/>
              <a:ext cx="6025" cy="4073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4277" y="7389"/>
              <a:ext cx="3610" cy="6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环形</a:t>
              </a:r>
              <a:r>
                <a:rPr lang="en-US" altLang="zh-CN"/>
                <a:t>RNA (circRNA)</a:t>
              </a:r>
              <a:endParaRPr lang="en-US" altLang="zh-CN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231" y="7389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Coding and noncoding RNAs</a:t>
              </a:r>
              <a:endParaRPr lang="en-US" altLang="zh-CN"/>
            </a:p>
          </p:txBody>
        </p:sp>
      </p:grp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185670" y="1914525"/>
            <a:ext cx="7418070" cy="3028950"/>
            <a:chOff x="3442" y="3015"/>
            <a:chExt cx="11682" cy="477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42" y="3015"/>
              <a:ext cx="4875" cy="477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26" y="3015"/>
              <a:ext cx="5799" cy="4769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350" y="2155190"/>
            <a:ext cx="3105150" cy="2924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805" y="2257425"/>
            <a:ext cx="3693160" cy="282194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038350" y="2052955"/>
            <a:ext cx="7587615" cy="2924175"/>
            <a:chOff x="3210" y="3233"/>
            <a:chExt cx="11949" cy="460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10" y="3233"/>
              <a:ext cx="4890" cy="460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3" y="3394"/>
              <a:ext cx="5816" cy="4444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2743835" y="1701800"/>
            <a:ext cx="5984240" cy="3663315"/>
            <a:chOff x="4321" y="2680"/>
            <a:chExt cx="9424" cy="576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21" y="2680"/>
              <a:ext cx="4530" cy="469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71" y="2965"/>
              <a:ext cx="4275" cy="4410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5357" y="7647"/>
              <a:ext cx="2046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RNA</a:t>
              </a:r>
              <a:r>
                <a:rPr lang="zh-CN" altLang="en-US"/>
                <a:t>编辑</a:t>
              </a:r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586" y="7647"/>
              <a:ext cx="2046" cy="8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RNA</a:t>
              </a:r>
              <a:r>
                <a:rPr lang="zh-CN" altLang="en-US"/>
                <a:t>降解</a:t>
              </a:r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406650" y="1128395"/>
            <a:ext cx="7378700" cy="3530600"/>
            <a:chOff x="3790" y="1777"/>
            <a:chExt cx="11620" cy="556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45" y="1777"/>
              <a:ext cx="3710" cy="325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90" y="5027"/>
              <a:ext cx="11620" cy="231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179320" y="1706245"/>
            <a:ext cx="8397875" cy="3162300"/>
            <a:chOff x="3432" y="2687"/>
            <a:chExt cx="13225" cy="498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32" y="2687"/>
              <a:ext cx="3405" cy="498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7" y="3077"/>
              <a:ext cx="8310" cy="459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153160" y="1691005"/>
            <a:ext cx="9457690" cy="3825240"/>
            <a:chOff x="1816" y="2663"/>
            <a:chExt cx="14894" cy="602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16" y="3810"/>
              <a:ext cx="6532" cy="3664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" y="2663"/>
              <a:ext cx="7110" cy="2402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0" y="7023"/>
              <a:ext cx="7110" cy="1665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9405" y="2439670"/>
            <a:ext cx="3152775" cy="2733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3723005" y="1676400"/>
            <a:ext cx="5925820" cy="2838450"/>
            <a:chOff x="5863" y="2640"/>
            <a:chExt cx="9332" cy="447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06" y="2643"/>
              <a:ext cx="4695" cy="3227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63" y="2640"/>
              <a:ext cx="2940" cy="447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1" y="5970"/>
              <a:ext cx="5685" cy="1140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823595" y="1315720"/>
            <a:ext cx="5676900" cy="4759325"/>
            <a:chOff x="1297" y="2072"/>
            <a:chExt cx="8940" cy="7495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r="54343" b="-943"/>
            <a:stretch>
              <a:fillRect/>
            </a:stretch>
          </p:blipFill>
          <p:spPr>
            <a:xfrm>
              <a:off x="1297" y="6247"/>
              <a:ext cx="2460" cy="332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7" y="2072"/>
              <a:ext cx="8940" cy="384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4" y="6247"/>
              <a:ext cx="2835" cy="2775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演示</Application>
  <PresentationFormat>宽屏</PresentationFormat>
  <Paragraphs>16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汉仪书宋二KW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caijingxi</cp:lastModifiedBy>
  <cp:revision>164</cp:revision>
  <dcterms:created xsi:type="dcterms:W3CDTF">2026-08-20T06:43:33Z</dcterms:created>
  <dcterms:modified xsi:type="dcterms:W3CDTF">2026-08-20T06:43:33Z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FB0B7F1DF31C3FDD0AA2866AC3DB147A_41</vt:lpwstr>
  </property>
</Properties>
</file>