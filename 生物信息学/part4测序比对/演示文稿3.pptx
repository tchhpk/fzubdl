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1441450" y="2007870"/>
            <a:ext cx="9463405" cy="2379345"/>
            <a:chOff x="2270" y="3162"/>
            <a:chExt cx="14903" cy="3747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70" y="3162"/>
              <a:ext cx="6915" cy="3645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39" y="3162"/>
              <a:ext cx="7634" cy="363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3" y="6055"/>
              <a:ext cx="1545" cy="855"/>
            </a:xfrm>
            <a:prstGeom prst="rect">
              <a:avLst/>
            </a:prstGeom>
          </p:spPr>
        </p:pic>
      </p:grp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1163320" y="1885315"/>
            <a:ext cx="8875395" cy="2573020"/>
            <a:chOff x="1832" y="2969"/>
            <a:chExt cx="13977" cy="405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625" y="2969"/>
              <a:ext cx="4185" cy="4052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2" y="3971"/>
              <a:ext cx="9058" cy="1883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861060" y="1125855"/>
            <a:ext cx="9140825" cy="2857500"/>
            <a:chOff x="1356" y="1773"/>
            <a:chExt cx="14395" cy="450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56" y="1773"/>
              <a:ext cx="7035" cy="450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rcRect r="24619" b="-1351"/>
            <a:stretch>
              <a:fillRect/>
            </a:stretch>
          </p:blipFill>
          <p:spPr>
            <a:xfrm>
              <a:off x="8391" y="1773"/>
              <a:ext cx="7361" cy="4500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2484120" y="0"/>
            <a:ext cx="5095240" cy="7313930"/>
            <a:chOff x="3912" y="0"/>
            <a:chExt cx="8024" cy="11518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12" y="0"/>
              <a:ext cx="8025" cy="5190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12" y="5190"/>
              <a:ext cx="7910" cy="6328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2186940" y="-1132840"/>
            <a:ext cx="7503795" cy="8736330"/>
            <a:chOff x="3444" y="-1784"/>
            <a:chExt cx="11817" cy="13758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37" y="-1784"/>
              <a:ext cx="11325" cy="4245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37" y="2461"/>
              <a:ext cx="9853" cy="4245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44" y="5400"/>
              <a:ext cx="10468" cy="2878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37" y="8180"/>
              <a:ext cx="8626" cy="3795"/>
            </a:xfrm>
            <a:prstGeom prst="rect">
              <a:avLst/>
            </a:prstGeom>
          </p:spPr>
        </p:pic>
      </p:grp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caijingxi</cp:lastModifiedBy>
  <cp:revision>164</cp:revision>
  <dcterms:created xsi:type="dcterms:W3CDTF">2026-08-14T01:32:46Z</dcterms:created>
  <dcterms:modified xsi:type="dcterms:W3CDTF">2026-08-14T01:32:46Z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F3F36F7E802FB55531707E6AA24AC548_41</vt:lpwstr>
  </property>
</Properties>
</file>