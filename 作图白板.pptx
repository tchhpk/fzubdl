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蔡靖熹</cp:lastModifiedBy>
  <cp:revision>164</cp:revision>
  <dcterms:created xsi:type="dcterms:W3CDTF">2026-07-31T23:54:38Z</dcterms:created>
  <dcterms:modified xsi:type="dcterms:W3CDTF">2026-07-31T23:54:38Z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36DF5DCE51A290707E326D6AD08D59C9_41</vt:lpwstr>
  </property>
</Properties>
</file>